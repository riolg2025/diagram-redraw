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400540" y="2130227"/>
            <a:ext cx="6987777" cy="3176000"/>
          </a:xfrm>
          <a:prstGeom prst="rect">
            <a:avLst/>
          </a:prstGeom>
          <a:noFill/>
          <a:ln w="6350">
            <a:solidFill>
              <a:srgbClr val="082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4000" y="3329578"/>
            <a:ext cx="1278261" cy="530119"/>
          </a:xfrm>
          <a:prstGeom prst="rect">
            <a:avLst/>
          </a:prstGeom>
          <a:noFill/>
          <a:ln w="6350">
            <a:solidFill>
              <a:srgbClr val="082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97655" y="1551772"/>
            <a:ext cx="6987777" cy="529333"/>
          </a:xfrm>
          <a:prstGeom prst="rect">
            <a:avLst/>
          </a:prstGeom>
          <a:noFill/>
          <a:ln w="6350">
            <a:solidFill>
              <a:srgbClr val="082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67584" y="2618298"/>
            <a:ext cx="635627" cy="326166"/>
          </a:xfrm>
          <a:prstGeom prst="roundRect">
            <a:avLst>
              <a:gd name="adj" fmla="val 16000"/>
            </a:avLst>
          </a:prstGeom>
          <a:solidFill>
            <a:srgbClr val="B6CAFA"/>
          </a:solidFill>
          <a:ln w="6350">
            <a:solidFill>
              <a:srgbClr val="91A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1849" y="2217860"/>
            <a:ext cx="635627" cy="326166"/>
          </a:xfrm>
          <a:prstGeom prst="roundRect">
            <a:avLst>
              <a:gd name="adj" fmla="val 16000"/>
            </a:avLst>
          </a:prstGeom>
          <a:solidFill>
            <a:srgbClr val="B6CAFA"/>
          </a:solidFill>
          <a:ln w="6350">
            <a:solidFill>
              <a:srgbClr val="91A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4109" y="2808890"/>
            <a:ext cx="635627" cy="326166"/>
          </a:xfrm>
          <a:prstGeom prst="roundRect">
            <a:avLst>
              <a:gd name="adj" fmla="val 16000"/>
            </a:avLst>
          </a:prstGeom>
          <a:solidFill>
            <a:srgbClr val="B6CAFA"/>
          </a:solidFill>
          <a:ln w="6350">
            <a:solidFill>
              <a:srgbClr val="91A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5404724" y="2521234"/>
            <a:ext cx="399843" cy="293943"/>
          </a:xfrm>
          <a:prstGeom prst="diamond">
            <a:avLst/>
          </a:prstGeom>
          <a:solidFill>
            <a:srgbClr val="B6CAFA"/>
          </a:solidFill>
          <a:ln w="6350">
            <a:solidFill>
              <a:srgbClr val="91A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2230" y="2505122"/>
            <a:ext cx="635627" cy="326166"/>
          </a:xfrm>
          <a:prstGeom prst="roundRect">
            <a:avLst>
              <a:gd name="adj" fmla="val 16000"/>
            </a:avLst>
          </a:prstGeom>
          <a:solidFill>
            <a:srgbClr val="B6CAFA"/>
          </a:solidFill>
          <a:ln w="6350">
            <a:solidFill>
              <a:srgbClr val="91A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62720" y="2204892"/>
            <a:ext cx="635627" cy="326166"/>
          </a:xfrm>
          <a:prstGeom prst="roundRect">
            <a:avLst>
              <a:gd name="adj" fmla="val 16000"/>
            </a:avLst>
          </a:prstGeom>
          <a:solidFill>
            <a:srgbClr val="B6CAFA"/>
          </a:solidFill>
          <a:ln w="6350">
            <a:solidFill>
              <a:srgbClr val="91A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62720" y="2878839"/>
            <a:ext cx="635627" cy="326166"/>
          </a:xfrm>
          <a:prstGeom prst="roundRect">
            <a:avLst>
              <a:gd name="adj" fmla="val 16000"/>
            </a:avLst>
          </a:prstGeom>
          <a:solidFill>
            <a:srgbClr val="B6CAFA"/>
          </a:solidFill>
          <a:ln w="6350">
            <a:solidFill>
              <a:srgbClr val="91A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6828496" y="2525950"/>
            <a:ext cx="399843" cy="293943"/>
          </a:xfrm>
          <a:prstGeom prst="diamond">
            <a:avLst/>
          </a:prstGeom>
          <a:solidFill>
            <a:srgbClr val="B6CAFA"/>
          </a:solidFill>
          <a:ln w="6350">
            <a:solidFill>
              <a:srgbClr val="91A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21485" y="2618298"/>
            <a:ext cx="321111" cy="318307"/>
          </a:xfrm>
          <a:prstGeom prst="ellipse">
            <a:avLst/>
          </a:prstGeom>
          <a:solidFill>
            <a:srgbClr val="B6C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08266E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开始</a:t>
            </a:r>
          </a:p>
        </p:txBody>
      </p:sp>
      <p:sp>
        <p:nvSpPr>
          <p:cNvPr id="14" name="Oval 13"/>
          <p:cNvSpPr/>
          <p:nvPr/>
        </p:nvSpPr>
        <p:spPr>
          <a:xfrm>
            <a:off x="8667363" y="2504336"/>
            <a:ext cx="321111" cy="318307"/>
          </a:xfrm>
          <a:prstGeom prst="ellipse">
            <a:avLst/>
          </a:prstGeom>
          <a:solidFill>
            <a:srgbClr val="B6C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656669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结束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53303" y="4202369"/>
            <a:ext cx="1037119" cy="225565"/>
          </a:xfrm>
          <a:prstGeom prst="roundRect">
            <a:avLst>
              <a:gd name="adj" fmla="val 22000"/>
            </a:avLst>
          </a:prstGeom>
          <a:solidFill>
            <a:srgbClr val="FEC1CE"/>
          </a:solidFill>
          <a:ln w="6350">
            <a:solidFill>
              <a:srgbClr val="D09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Python工具服务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66112" y="4201976"/>
            <a:ext cx="888723" cy="225172"/>
          </a:xfrm>
          <a:prstGeom prst="roundRect">
            <a:avLst>
              <a:gd name="adj" fmla="val 22000"/>
            </a:avLst>
          </a:prstGeom>
          <a:solidFill>
            <a:srgbClr val="FEC1CE"/>
          </a:solidFill>
          <a:ln w="6350">
            <a:solidFill>
              <a:srgbClr val="D09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Shell工具服务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1319" y="4201976"/>
            <a:ext cx="888723" cy="225172"/>
          </a:xfrm>
          <a:prstGeom prst="roundRect">
            <a:avLst>
              <a:gd name="adj" fmla="val 22000"/>
            </a:avLst>
          </a:prstGeom>
          <a:solidFill>
            <a:srgbClr val="FEC1CE"/>
          </a:solidFill>
          <a:ln w="6350">
            <a:solidFill>
              <a:srgbClr val="D09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0">
                <a:solidFill>
                  <a:srgbClr val="070606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dbscript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61258" y="4201976"/>
            <a:ext cx="816175" cy="225172"/>
          </a:xfrm>
          <a:prstGeom prst="roundRect">
            <a:avLst>
              <a:gd name="adj" fmla="val 22000"/>
            </a:avLst>
          </a:prstGeom>
          <a:solidFill>
            <a:srgbClr val="FEC1CE"/>
          </a:solidFill>
          <a:ln w="6350">
            <a:solidFill>
              <a:srgbClr val="D09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0">
                <a:solidFill>
                  <a:srgbClr val="060505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其他工具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8830" y="4201976"/>
            <a:ext cx="888723" cy="225172"/>
          </a:xfrm>
          <a:prstGeom prst="roundRect">
            <a:avLst>
              <a:gd name="adj" fmla="val 22000"/>
            </a:avLst>
          </a:prstGeom>
          <a:solidFill>
            <a:srgbClr val="FEC1CE"/>
          </a:solidFill>
          <a:ln w="6350">
            <a:solidFill>
              <a:srgbClr val="D09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Powershell服务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26510" y="4945479"/>
            <a:ext cx="888723" cy="225172"/>
          </a:xfrm>
          <a:prstGeom prst="roundRect">
            <a:avLst>
              <a:gd name="adj" fmla="val 22000"/>
            </a:avLst>
          </a:prstGeom>
          <a:solidFill>
            <a:srgbClr val="FEC1CE"/>
          </a:solidFill>
          <a:ln w="6350">
            <a:solidFill>
              <a:srgbClr val="D09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SSH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2163" y="4941156"/>
            <a:ext cx="888723" cy="225172"/>
          </a:xfrm>
          <a:prstGeom prst="roundRect">
            <a:avLst>
              <a:gd name="adj" fmla="val 22000"/>
            </a:avLst>
          </a:prstGeom>
          <a:solidFill>
            <a:srgbClr val="FEC1CE"/>
          </a:solidFill>
          <a:ln w="6350">
            <a:solidFill>
              <a:srgbClr val="D09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0">
                <a:solidFill>
                  <a:srgbClr val="040304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优维Agent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54220" y="4945479"/>
            <a:ext cx="888723" cy="225172"/>
          </a:xfrm>
          <a:prstGeom prst="roundRect">
            <a:avLst>
              <a:gd name="adj" fmla="val 22000"/>
            </a:avLst>
          </a:prstGeom>
          <a:solidFill>
            <a:srgbClr val="FEC1CE"/>
          </a:solidFill>
          <a:ln w="6350">
            <a:solidFill>
              <a:srgbClr val="D09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0">
                <a:solidFill>
                  <a:srgbClr val="100C0D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sql client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61258" y="4945479"/>
            <a:ext cx="816175" cy="225172"/>
          </a:xfrm>
          <a:prstGeom prst="roundRect">
            <a:avLst>
              <a:gd name="adj" fmla="val 22000"/>
            </a:avLst>
          </a:prstGeom>
          <a:solidFill>
            <a:srgbClr val="FEC1CE"/>
          </a:solidFill>
          <a:ln w="6350">
            <a:solidFill>
              <a:srgbClr val="D09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对应接口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20477" y="4959626"/>
            <a:ext cx="888723" cy="225172"/>
          </a:xfrm>
          <a:prstGeom prst="roundRect">
            <a:avLst>
              <a:gd name="adj" fmla="val 22000"/>
            </a:avLst>
          </a:prstGeom>
          <a:solidFill>
            <a:srgbClr val="FEC1CE"/>
          </a:solidFill>
          <a:ln w="6350">
            <a:solidFill>
              <a:srgbClr val="D09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0">
                <a:solidFill>
                  <a:srgbClr val="060505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saltstack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8228" y="4955696"/>
            <a:ext cx="888723" cy="225172"/>
          </a:xfrm>
          <a:prstGeom prst="roundRect">
            <a:avLst>
              <a:gd name="adj" fmla="val 22000"/>
            </a:avLst>
          </a:prstGeom>
          <a:solidFill>
            <a:srgbClr val="FEC1CE"/>
          </a:solidFill>
          <a:ln w="6350">
            <a:solidFill>
              <a:srgbClr val="D09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0">
                <a:solidFill>
                  <a:srgbClr val="100C0D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ansible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2390647" y="3892314"/>
            <a:ext cx="7013747" cy="1964"/>
          </a:xfrm>
          <a:prstGeom prst="line">
            <a:avLst/>
          </a:prstGeom>
          <a:ln w="9525">
            <a:solidFill>
              <a:srgbClr val="082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942596" y="2777452"/>
            <a:ext cx="424988" cy="393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003211" y="2380943"/>
            <a:ext cx="318638" cy="400439"/>
          </a:xfrm>
          <a:prstGeom prst="line">
            <a:avLst/>
          </a:prstGeom>
          <a:ln w="9525">
            <a:solidFill>
              <a:srgbClr val="13131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014341" y="2786097"/>
            <a:ext cx="329768" cy="186269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57477" y="2380943"/>
            <a:ext cx="446835" cy="287263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979736" y="2668206"/>
            <a:ext cx="424988" cy="303767"/>
          </a:xfrm>
          <a:prstGeom prst="line">
            <a:avLst/>
          </a:prstGeom>
          <a:ln w="9525">
            <a:solidFill>
              <a:srgbClr val="1D1D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804567" y="2668206"/>
            <a:ext cx="177663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617857" y="2668206"/>
            <a:ext cx="210639" cy="4715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228339" y="2367975"/>
            <a:ext cx="134381" cy="304946"/>
          </a:xfrm>
          <a:prstGeom prst="line">
            <a:avLst/>
          </a:prstGeom>
          <a:ln w="9525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228339" y="2672921"/>
            <a:ext cx="134381" cy="369001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998347" y="2367975"/>
            <a:ext cx="668604" cy="295515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997522" y="2663490"/>
            <a:ext cx="669841" cy="365071"/>
          </a:xfrm>
          <a:prstGeom prst="line">
            <a:avLst/>
          </a:prstGeom>
          <a:ln w="9525">
            <a:solidFill>
              <a:srgbClr val="15151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52009" y="2949181"/>
            <a:ext cx="0" cy="404368"/>
          </a:xfrm>
          <a:prstGeom prst="line">
            <a:avLst/>
          </a:prstGeom>
          <a:ln w="28575">
            <a:solidFill>
              <a:srgbClr val="000000"/>
            </a:solidFill>
            <a:prstDash val="dash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300043" y="2831289"/>
            <a:ext cx="0" cy="558806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746487" y="3219545"/>
            <a:ext cx="0" cy="176838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400540" y="4559187"/>
            <a:ext cx="6987778" cy="1965"/>
          </a:xfrm>
          <a:prstGeom prst="line">
            <a:avLst/>
          </a:prstGeom>
          <a:ln w="9525">
            <a:solidFill>
              <a:srgbClr val="082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Left Brace 41"/>
          <p:cNvSpPr/>
          <p:nvPr/>
        </p:nvSpPr>
        <p:spPr>
          <a:xfrm rot="5400000">
            <a:off x="4453756" y="3265130"/>
            <a:ext cx="182196" cy="3278172"/>
          </a:xfrm>
          <a:prstGeom prst="leftBrace">
            <a:avLst/>
          </a:prstGeom>
          <a:noFill/>
          <a:ln w="6350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Left Brace 42"/>
          <p:cNvSpPr/>
          <p:nvPr/>
        </p:nvSpPr>
        <p:spPr>
          <a:xfrm rot="16200000">
            <a:off x="4466123" y="2858404"/>
            <a:ext cx="166944" cy="3269134"/>
          </a:xfrm>
          <a:prstGeom prst="leftBrace">
            <a:avLst/>
          </a:prstGeom>
          <a:noFill/>
          <a:ln w="6350"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Up-Down Arrow 43"/>
          <p:cNvSpPr/>
          <p:nvPr/>
        </p:nvSpPr>
        <p:spPr>
          <a:xfrm>
            <a:off x="4499512" y="4519497"/>
            <a:ext cx="95632" cy="306911"/>
          </a:xfrm>
          <a:prstGeom prst="upDownArrow">
            <a:avLst/>
          </a:prstGeom>
          <a:solidFill>
            <a:srgbClr val="F1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own Arrow 44"/>
          <p:cNvSpPr/>
          <p:nvPr/>
        </p:nvSpPr>
        <p:spPr>
          <a:xfrm>
            <a:off x="5811987" y="3791320"/>
            <a:ext cx="186318" cy="316735"/>
          </a:xfrm>
          <a:prstGeom prst="down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ight Arrow 45"/>
          <p:cNvSpPr/>
          <p:nvPr/>
        </p:nvSpPr>
        <p:spPr>
          <a:xfrm>
            <a:off x="9090702" y="2971973"/>
            <a:ext cx="734969" cy="227923"/>
          </a:xfrm>
          <a:prstGeom prst="rightArrow">
            <a:avLst/>
          </a:prstGeom>
          <a:solidFill>
            <a:srgbClr val="F1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Up-Down Arrow 46"/>
          <p:cNvSpPr/>
          <p:nvPr/>
        </p:nvSpPr>
        <p:spPr>
          <a:xfrm>
            <a:off x="7409299" y="4435008"/>
            <a:ext cx="56472" cy="480604"/>
          </a:xfrm>
          <a:prstGeom prst="upDown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Up-Down Arrow 47"/>
          <p:cNvSpPr/>
          <p:nvPr/>
        </p:nvSpPr>
        <p:spPr>
          <a:xfrm>
            <a:off x="8855331" y="4431471"/>
            <a:ext cx="56472" cy="480604"/>
          </a:xfrm>
          <a:prstGeom prst="upDown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b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862" y="3396383"/>
            <a:ext cx="1129866" cy="408297"/>
          </a:xfrm>
          <a:prstGeom prst="rect">
            <a:avLst/>
          </a:prstGeom>
        </p:spPr>
      </p:pic>
      <p:pic>
        <p:nvPicPr>
          <p:cNvPr id="50" name="Picture 49" descr="b_img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626" y="3390095"/>
            <a:ext cx="446835" cy="435413"/>
          </a:xfrm>
          <a:prstGeom prst="rect">
            <a:avLst/>
          </a:prstGeom>
        </p:spPr>
      </p:pic>
      <p:pic>
        <p:nvPicPr>
          <p:cNvPr id="51" name="Picture 50" descr="b_img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3069" y="3396383"/>
            <a:ext cx="446835" cy="411834"/>
          </a:xfrm>
          <a:prstGeom prst="rect">
            <a:avLst/>
          </a:prstGeom>
        </p:spPr>
      </p:pic>
      <p:pic>
        <p:nvPicPr>
          <p:cNvPr id="52" name="Picture 51" descr="b_img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299" y="1592248"/>
            <a:ext cx="1036707" cy="468422"/>
          </a:xfrm>
          <a:prstGeom prst="rect">
            <a:avLst/>
          </a:prstGeom>
        </p:spPr>
      </p:pic>
      <p:pic>
        <p:nvPicPr>
          <p:cNvPr id="53" name="Picture 52" descr="b_img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632" y="1608753"/>
            <a:ext cx="1036707" cy="468422"/>
          </a:xfrm>
          <a:prstGeom prst="rect">
            <a:avLst/>
          </a:prstGeom>
        </p:spPr>
      </p:pic>
      <p:pic>
        <p:nvPicPr>
          <p:cNvPr id="54" name="Picture 53" descr="b_img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8803" y="1596964"/>
            <a:ext cx="1036707" cy="46842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2366327" y="2130227"/>
            <a:ext cx="1870194" cy="39886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64180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流程引擎层</a:t>
            </a:r>
          </a:p>
          <a:p>
            <a:pPr algn="l"/>
            <a:r>
              <a:rPr sz="1000" b="0">
                <a:solidFill>
                  <a:srgbClr val="264180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（Process Engine）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20326" y="3933183"/>
            <a:ext cx="2527257" cy="24521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64180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工具服务层（Commad service）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14733" y="3670677"/>
            <a:ext cx="1532183" cy="24521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64180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子流程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23440" y="3522134"/>
            <a:ext cx="776602" cy="24521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64180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人工审核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28908" y="3522134"/>
            <a:ext cx="1532183" cy="24521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64180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自动化工具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00540" y="4663325"/>
            <a:ext cx="2424616" cy="24521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64180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工具执行层（command executor）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66327" y="1570242"/>
            <a:ext cx="1955934" cy="24521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64180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流程GUI编排层（面向用户）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24071" y="1868115"/>
            <a:ext cx="1532183" cy="24521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64180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流程3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10839" y="1868115"/>
            <a:ext cx="1532183" cy="24521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64180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流程2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50047" y="1868115"/>
            <a:ext cx="1532183" cy="24521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64180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流程1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